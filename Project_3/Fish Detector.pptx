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8" r:id="rId5"/>
    <p:sldId id="269" r:id="rId6"/>
    <p:sldId id="270" r:id="rId7"/>
    <p:sldId id="271" r:id="rId8"/>
    <p:sldId id="272" r:id="rId9"/>
    <p:sldId id="273" r:id="rId10"/>
    <p:sldId id="274" r:id="rId11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ABD5325-D985-4167-9E1C-28888141EF44}" type="datetime1">
              <a:rPr lang="de-DE" smtClean="0"/>
              <a:t>19.07.2023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371D633-9DD7-49CB-ADF7-75325D4C4636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0742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EFAFA-9B48-47B1-92B2-11F0434022E3}" type="datetime1">
              <a:rPr lang="de-DE" smtClean="0"/>
              <a:pPr/>
              <a:t>19.07.2023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C0D42F3-CDD5-4B19-B3DB-7C5223465AF0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810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C0D42F3-CDD5-4B19-B3DB-7C5223465AF0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1599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C0D42F3-CDD5-4B19-B3DB-7C5223465AF0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9256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C0D42F3-CDD5-4B19-B3DB-7C5223465AF0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03691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C0D42F3-CDD5-4B19-B3DB-7C5223465AF0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2586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C0D42F3-CDD5-4B19-B3DB-7C5223465AF0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9366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C0D42F3-CDD5-4B19-B3DB-7C5223465AF0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5997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C0D42F3-CDD5-4B19-B3DB-7C5223465AF0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433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hteck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rtlCol="0" anchor="t">
            <a:normAutofit/>
          </a:bodyPr>
          <a:lstStyle>
            <a:lvl1pPr algn="r">
              <a:defRPr sz="6000"/>
            </a:lvl1pPr>
          </a:lstStyle>
          <a:p>
            <a:pPr rtl="0"/>
            <a:r>
              <a:rPr lang="de-DE" noProof="0" smtClean="0"/>
              <a:t>Titelmasterformat durch Klicken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rtlCol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smtClean="0"/>
              <a:t>Formatvorlage des Untertitelmasters durch Klicken bearbeiten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6B29AA-69AF-4B9A-8190-7D2D116419A8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Ins="45720"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13" name="Textfeld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de-DE" sz="2400" noProof="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de-DE" sz="2400" noProof="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hteck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 smtClean="0"/>
              <a:t>Titelmasterformat durch Klicken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89C814-4041-41EC-AA64-5E10C5D8CD61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7" name="Textfeld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de-DE" sz="1800" noProof="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de-DE" sz="1000" noProof="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hteck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feld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de-DE" sz="1800" noProof="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de-DE" sz="1000" noProof="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rtlCol="0" anchor="t">
            <a:normAutofit/>
          </a:bodyPr>
          <a:lstStyle>
            <a:lvl1pPr algn="r">
              <a:defRPr sz="3200"/>
            </a:lvl1pPr>
          </a:lstStyle>
          <a:p>
            <a:pPr rtl="0"/>
            <a:r>
              <a:rPr lang="de-DE" noProof="0" smtClean="0"/>
              <a:t>Titelmasterformat durch Klicken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rtlCol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506788-94DE-4B18-9175-E023E231F4D3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eck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hteck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 rtlCol="0"/>
          <a:lstStyle/>
          <a:p>
            <a:pPr rtl="0"/>
            <a:r>
              <a:rPr lang="de-DE" noProof="0" smtClean="0"/>
              <a:t>Titelmasterformat durch Klicken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 rtlCol="0"/>
          <a:lstStyle/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 rtlCol="0"/>
          <a:lstStyle/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6177D2-7986-401A-86D5-46CA5D384D41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10" name="Textfeld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de-DE" sz="1800" noProof="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de-DE" sz="1000" noProof="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hteck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feld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de-DE" sz="1800" noProof="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de-DE" sz="1000" noProof="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 rtlCol="0"/>
          <a:lstStyle/>
          <a:p>
            <a:pPr rtl="0"/>
            <a:r>
              <a:rPr lang="de-DE" noProof="0" smtClean="0"/>
              <a:t>Titelmasterformat durch Klicken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 rtlCol="0"/>
          <a:lstStyle/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 rtlCol="0"/>
          <a:lstStyle/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24E9DF-B7B5-4964-836E-2EBD807FBD6D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hteck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 smtClean="0"/>
              <a:t>Titelmasterformat durch Klicken bearbeiten</a:t>
            </a:r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1CB748-66EC-46BE-A8BD-8128F59BC7AB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8" name="Textfeld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de-DE" sz="1800" noProof="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de-DE" sz="1000" noProof="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hteck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1D9CBB-9AF3-4AA3-AA78-E595854650E3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hteck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feld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de-DE" sz="1800" noProof="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de-DE" sz="1000" noProof="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rtlCol="0" anchor="b">
            <a:normAutofit/>
          </a:bodyPr>
          <a:lstStyle>
            <a:lvl1pPr algn="l">
              <a:defRPr sz="2400"/>
            </a:lvl1pPr>
          </a:lstStyle>
          <a:p>
            <a:pPr rtl="0"/>
            <a:r>
              <a:rPr lang="de-DE" noProof="0" smtClean="0"/>
              <a:t>Titelmasterformat durch Klicken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rtlCol="0" anchor="ctr"/>
          <a:lstStyle/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7C7DE4-6B3C-438C-B9F0-F9E0E52BF460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hteck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rtlCol="0"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 smtClean="0"/>
              <a:t>Bild durch Klicken auf Symbol hinzufügen</a:t>
            </a:r>
            <a:endParaRPr lang="de-DE" noProof="0" dirty="0"/>
          </a:p>
        </p:txBody>
      </p:sp>
      <p:sp>
        <p:nvSpPr>
          <p:cNvPr id="10" name="Textfeld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de-DE" sz="1800" noProof="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de-DE" sz="1000" noProof="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rtlCol="0" anchor="b">
            <a:normAutofit/>
          </a:bodyPr>
          <a:lstStyle>
            <a:lvl1pPr algn="l">
              <a:defRPr sz="3200"/>
            </a:lvl1pPr>
          </a:lstStyle>
          <a:p>
            <a:pPr rtl="0"/>
            <a:r>
              <a:rPr lang="de-DE" noProof="0" smtClean="0"/>
              <a:t>Titelmasterformat durch Klicken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 rtlCol="0"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2F67FE-0D62-4EEA-A223-1D1EE0E77E02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hteck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feld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de-DE" sz="1800" noProof="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de-DE" sz="1000" noProof="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 rtlCol="0"/>
          <a:lstStyle/>
          <a:p>
            <a:pPr rtl="0"/>
            <a:r>
              <a:rPr lang="de-DE" noProof="0" smtClean="0"/>
              <a:t>Titelmasterformat durch Klicken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7BE1AB-4599-4BD9-8D03-CD10403C9FBE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hteck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feld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de-DE" sz="1800" noProof="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de-DE" sz="1000" noProof="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de-DE" noProof="0" smtClean="0"/>
              <a:t>Titelmasterformat durch Klicken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 rtlCol="0"/>
          <a:lstStyle/>
          <a:p>
            <a:pPr lvl="0" rtl="0"/>
            <a:r>
              <a:rPr lang="de-DE" noProof="0" smtClean="0"/>
              <a:t>Formatvorlagen des Textmasters bearbeiten</a:t>
            </a:r>
          </a:p>
          <a:p>
            <a:pPr lvl="1" rtl="0"/>
            <a:r>
              <a:rPr lang="de-DE" noProof="0" smtClean="0"/>
              <a:t>Zweite Ebene</a:t>
            </a:r>
          </a:p>
          <a:p>
            <a:pPr lvl="2" rtl="0"/>
            <a:r>
              <a:rPr lang="de-DE" noProof="0" smtClean="0"/>
              <a:t>Dritte Ebene</a:t>
            </a:r>
          </a:p>
          <a:p>
            <a:pPr lvl="3" rtl="0"/>
            <a:r>
              <a:rPr lang="de-DE" noProof="0" smtClean="0"/>
              <a:t>Vierte Ebene</a:t>
            </a:r>
          </a:p>
          <a:p>
            <a:pPr lvl="4" rtl="0"/>
            <a:r>
              <a:rPr lang="de-DE" noProof="0" smtClean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DF60DB-2914-41A8-AC1E-85D996C548AB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Bild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hteck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/>
            <a:fld id="{94DB39A2-8F8A-4CD5-AF30-203C1CD31354}" type="datetime1">
              <a:rPr lang="de-DE" noProof="0" smtClean="0"/>
              <a:t>19.07.2023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57" name="Rechteck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hteck 45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48" name="Bild 4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  <a:noFill/>
        </p:spPr>
      </p:pic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678519" y="-1660968"/>
            <a:ext cx="5838229" cy="11188733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2" name="Bild 5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9" y="-5487"/>
            <a:ext cx="12189867" cy="6858000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59909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910" y="0"/>
            <a:ext cx="7869544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996">
                <a:srgbClr val="1F2D29">
                  <a:alpha val="4000"/>
                </a:srgbClr>
              </a:gs>
              <a:gs pos="20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7567" y="2282700"/>
            <a:ext cx="967148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0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hteck 45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48" name="Bild 4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  <a:noFill/>
        </p:spPr>
      </p:pic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678519" y="-1660968"/>
            <a:ext cx="5838229" cy="11188733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2" name="Bild 5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9" y="-5487"/>
            <a:ext cx="12189867" cy="6858000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59909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910" y="0"/>
            <a:ext cx="7869544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996">
                <a:srgbClr val="1F2D29">
                  <a:alpha val="4000"/>
                </a:srgbClr>
              </a:gs>
              <a:gs pos="20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7567" y="2282700"/>
            <a:ext cx="967148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669" y="5581920"/>
            <a:ext cx="737064" cy="79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0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hteck 45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48" name="Bild 4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  <a:noFill/>
        </p:spPr>
      </p:pic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678519" y="-1660968"/>
            <a:ext cx="5838229" cy="11188733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2" name="Bild 5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9" y="-5487"/>
            <a:ext cx="12189867" cy="6858000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59909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910" y="0"/>
            <a:ext cx="7869544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996">
                <a:srgbClr val="1F2D29">
                  <a:alpha val="4000"/>
                </a:srgbClr>
              </a:gs>
              <a:gs pos="20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7567" y="2282700"/>
            <a:ext cx="967148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669" y="5581920"/>
            <a:ext cx="737064" cy="798178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669" y="4844969"/>
            <a:ext cx="737064" cy="38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8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hteck 45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48" name="Bild 4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  <a:noFill/>
        </p:spPr>
      </p:pic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678519" y="-1660968"/>
            <a:ext cx="5838229" cy="11188733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2" name="Bild 5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9" y="-5487"/>
            <a:ext cx="12189867" cy="6858000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59909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910" y="0"/>
            <a:ext cx="7869544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996">
                <a:srgbClr val="1F2D29">
                  <a:alpha val="4000"/>
                </a:srgbClr>
              </a:gs>
              <a:gs pos="20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7567" y="2282700"/>
            <a:ext cx="967148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669" y="5581920"/>
            <a:ext cx="737064" cy="79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4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hteck 45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48" name="Bild 4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  <a:noFill/>
        </p:spPr>
      </p:pic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678519" y="-1660968"/>
            <a:ext cx="5838229" cy="11188733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2" name="Bild 5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9" y="-5487"/>
            <a:ext cx="12189867" cy="6858000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59909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910" y="0"/>
            <a:ext cx="7869544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996">
                <a:srgbClr val="1F2D29">
                  <a:alpha val="4000"/>
                </a:srgbClr>
              </a:gs>
              <a:gs pos="20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7567" y="2282700"/>
            <a:ext cx="967148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669" y="5581920"/>
            <a:ext cx="737064" cy="79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6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hteck 45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48" name="Bild 4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  <a:noFill/>
        </p:spPr>
      </p:pic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678519" y="-1660968"/>
            <a:ext cx="5838229" cy="11188733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2" name="Bild 5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9" y="-5487"/>
            <a:ext cx="12189867" cy="6858000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59909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910" y="0"/>
            <a:ext cx="7869544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996">
                <a:srgbClr val="1F2D29">
                  <a:alpha val="4000"/>
                </a:srgbClr>
              </a:gs>
              <a:gs pos="20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7567" y="2282700"/>
            <a:ext cx="967148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669" y="5581920"/>
            <a:ext cx="737064" cy="79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1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hteck 45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48" name="Bild 4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  <a:noFill/>
        </p:spPr>
      </p:pic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678519" y="-1660968"/>
            <a:ext cx="5838229" cy="11188733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2" name="Bild 5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9" y="-5487"/>
            <a:ext cx="12189867" cy="6858000"/>
          </a:xfrm>
          <a:prstGeom prst="rect">
            <a:avLst/>
          </a:prstGeom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59909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910" y="0"/>
            <a:ext cx="7869544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996">
                <a:srgbClr val="1F2D29">
                  <a:alpha val="4000"/>
                </a:srgbClr>
              </a:gs>
              <a:gs pos="20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7567" y="2282700"/>
            <a:ext cx="967148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669" y="5581920"/>
            <a:ext cx="737064" cy="79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7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093_TF45439525.potx" id="{A0DBA323-C3D0-42A6-808B-0AE019D92078}" vid="{FEDBF3E6-38E9-4989-BA4A-FD9DD8971B96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5A3BA9-6D02-4532-AB7C-88A97C6EE2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38766F-4A4C-4A97-A586-D473DB738966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purl.org/dc/dcmitype/"/>
    <ds:schemaRef ds:uri="http://purl.org/dc/elements/1.1/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09D4EA3-187B-4130-8E4D-A4F81F9678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„Madison“</Template>
  <TotalTime>0</TotalTime>
  <Words>7</Words>
  <Application>Microsoft Office PowerPoint</Application>
  <PresentationFormat>Breitbild</PresentationFormat>
  <Paragraphs>7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Arial</vt:lpstr>
      <vt:lpstr>Calibri</vt:lpstr>
      <vt:lpstr>MS Shell Dlg 2</vt:lpstr>
      <vt:lpstr>Wingdings</vt:lpstr>
      <vt:lpstr>Wingdings 3</vt:lpstr>
      <vt:lpstr>Madison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2023-07-18T12:06:37Z</dcterms:created>
  <dcterms:modified xsi:type="dcterms:W3CDTF">2023-07-19T07:27:07Z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